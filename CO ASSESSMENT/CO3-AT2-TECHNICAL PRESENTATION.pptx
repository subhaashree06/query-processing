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Cloud" charset="1" panose="02000000000000000000"/>
      <p:regular r:id="rId15"/>
    </p:embeddedFont>
    <p:embeddedFont>
      <p:font typeface="Anantason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4435" y="3519814"/>
            <a:ext cx="17259129" cy="16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b="true" sz="4700">
                <a:solidFill>
                  <a:srgbClr val="0C35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INTERACTIVES-WORDS-IMAGES, VIDEO, AND ILLUSTRATIONS-PRESENTATION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35092" y="5705475"/>
            <a:ext cx="10064200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DSA0504-Query Processing for Data science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 3-AT 2-TECHNICAL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54621" y="8527468"/>
            <a:ext cx="288357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J.SUBHAASHREE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192424008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4450" y="3051139"/>
            <a:ext cx="10225429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 multimedia approach for presenting information effectively.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Combines text, graphics, videos, and illustrations.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Improves user engagement and understanding.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Makes data presentation more attractive and interactive.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Widely used in education, business, and digital platforms.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62573" y="3487778"/>
            <a:ext cx="4696727" cy="4789339"/>
          </a:xfrm>
          <a:custGeom>
            <a:avLst/>
            <a:gdLst/>
            <a:ahLst/>
            <a:cxnLst/>
            <a:rect r="r" b="b" t="t" l="l"/>
            <a:pathLst>
              <a:path h="4789339" w="4696727">
                <a:moveTo>
                  <a:pt x="0" y="0"/>
                </a:moveTo>
                <a:lnTo>
                  <a:pt x="4696727" y="0"/>
                </a:lnTo>
                <a:lnTo>
                  <a:pt x="4696727" y="4789339"/>
                </a:lnTo>
                <a:lnTo>
                  <a:pt x="0" y="4789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08578" y="648772"/>
            <a:ext cx="10009291" cy="166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INTERACTIVE WORDS, IMAGES, VIDEO, AND ILLUSTRATIONS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5538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71313" y="3681412"/>
            <a:ext cx="11463319" cy="539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Interactive words are clickable or dynamic text elements.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Examples include hyperlinks, buttons, labels, and tooltips.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Help users navigate through information easily.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Provide additional details when needed.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Increase readability and accessibility.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Improve user participation and engagement.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168982" y="1349284"/>
            <a:ext cx="9993273" cy="129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7"/>
              </a:lnSpc>
              <a:spcBef>
                <a:spcPct val="0"/>
              </a:spcBef>
            </a:pPr>
            <a:r>
              <a:rPr lang="en-US" b="true" sz="75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INTERACTIVE WORDS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86831" y="1120053"/>
            <a:ext cx="8176887" cy="480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5"/>
              </a:lnSpc>
            </a:pPr>
            <a:r>
              <a:rPr lang="en-US" b="true" sz="682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IMAGES AND ILLUSTRATIONS</a:t>
            </a:r>
          </a:p>
          <a:p>
            <a:pPr algn="ctr">
              <a:lnSpc>
                <a:spcPts val="9555"/>
              </a:lnSpc>
            </a:pPr>
          </a:p>
          <a:p>
            <a:pPr algn="ctr">
              <a:lnSpc>
                <a:spcPts val="955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02556" y="4381817"/>
            <a:ext cx="12376375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Images visually represent ideas and concepts.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Illustrations simplify complex information.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Examples include diagrams, icons, charts, and infographics.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Improve the visual appeal of presentations.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Help users understand information quickly.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Increase attention and memory retention.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78931" y="4863045"/>
            <a:ext cx="4550763" cy="4370496"/>
          </a:xfrm>
          <a:custGeom>
            <a:avLst/>
            <a:gdLst/>
            <a:ahLst/>
            <a:cxnLst/>
            <a:rect r="r" b="b" t="t" l="l"/>
            <a:pathLst>
              <a:path h="4370496" w="4550763">
                <a:moveTo>
                  <a:pt x="0" y="0"/>
                </a:moveTo>
                <a:lnTo>
                  <a:pt x="4550763" y="0"/>
                </a:lnTo>
                <a:lnTo>
                  <a:pt x="4550763" y="4370497"/>
                </a:lnTo>
                <a:lnTo>
                  <a:pt x="0" y="4370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014" r="0" b="-1663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10713" y="3946260"/>
            <a:ext cx="4707939" cy="4691980"/>
          </a:xfrm>
          <a:custGeom>
            <a:avLst/>
            <a:gdLst/>
            <a:ahLst/>
            <a:cxnLst/>
            <a:rect r="r" b="b" t="t" l="l"/>
            <a:pathLst>
              <a:path h="4691980" w="4707939">
                <a:moveTo>
                  <a:pt x="0" y="0"/>
                </a:moveTo>
                <a:lnTo>
                  <a:pt x="4707940" y="0"/>
                </a:lnTo>
                <a:lnTo>
                  <a:pt x="4707940" y="4691980"/>
                </a:lnTo>
                <a:lnTo>
                  <a:pt x="0" y="46919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332" y="566343"/>
            <a:ext cx="11754242" cy="239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7"/>
              </a:lnSpc>
            </a:pPr>
            <a:r>
              <a:rPr lang="en-US" b="true" sz="69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VIDEOS IN DATA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083960"/>
            <a:ext cx="11995592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Videos combine text, sound, images, and animations.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Used for tutorials, demonstrations, and presentations.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Explain difficult concepts in an easy manner.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Increase audience engagement and interest.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Support both visual and auditory learning.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Can be shared across multiple platforms.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04507" y="1328878"/>
            <a:ext cx="10009291" cy="156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7"/>
              </a:lnSpc>
            </a:pPr>
            <a:r>
              <a:rPr lang="en-US" b="true" sz="9205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33482" y="3782060"/>
            <a:ext cx="13946785" cy="479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Interactive media enhances communication and learning.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Words, images, videos, and illustrations make information easier to understand.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Multimedia elements improve user engagement.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Visual content simplifies complex data.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Interactive presentations are widely used in modern applications.</a:t>
            </a:r>
          </a:p>
          <a:p>
            <a:pPr algn="just" marL="734058" indent="-367029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Effective use of multimedia improves knowledge sharing.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963894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76833" y="1028700"/>
            <a:ext cx="11605168" cy="8703876"/>
          </a:xfrm>
          <a:custGeom>
            <a:avLst/>
            <a:gdLst/>
            <a:ahLst/>
            <a:cxnLst/>
            <a:rect r="r" b="b" t="t" l="l"/>
            <a:pathLst>
              <a:path h="8703876" w="11605168">
                <a:moveTo>
                  <a:pt x="0" y="0"/>
                </a:moveTo>
                <a:lnTo>
                  <a:pt x="11605168" y="0"/>
                </a:lnTo>
                <a:lnTo>
                  <a:pt x="11605168" y="8703876"/>
                </a:lnTo>
                <a:lnTo>
                  <a:pt x="0" y="8703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DAG4x3XD2HI</dc:identifier>
  <dcterms:modified xsi:type="dcterms:W3CDTF">2011-08-01T06:04:30Z</dcterms:modified>
  <cp:revision>1</cp:revision>
  <dc:title>CO3-AT2-TECHNICAL PRESENTATION</dc:title>
</cp:coreProperties>
</file>